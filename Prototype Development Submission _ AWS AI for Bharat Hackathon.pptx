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0" r:id="rId6"/>
    <p:sldId id="271" r:id="rId7"/>
    <p:sldId id="258" r:id="rId8"/>
    <p:sldId id="259" r:id="rId9"/>
    <p:sldId id="260" r:id="rId10"/>
    <p:sldId id="272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3" r:id="rId20"/>
    <p:sldId id="269" r:id="rId21"/>
  </p:sldIdLst>
  <p:sldSz cx="9144000" cy="5143500"/>
  <p:notesSz cx="6858000" cy="9144000"/>
  <p:embeddedFontLst>
    <p:embeddedFont>
      <p:font typeface="Manrope SemiBold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A24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23.png"/><Relationship Id="rId2" Type="http://schemas.openxmlformats.org/officeDocument/2006/relationships/hyperlink" Target="github.com/smechello/KrishiSaathi-AI-Hackathon" TargetMode="Externa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1.xml"/><Relationship Id="rId7" Type="http://schemas.openxmlformats.org/officeDocument/2006/relationships/hyperlink" Target="https://docs.krishisaathi.shashi.engineer&#13;" TargetMode="External"/><Relationship Id="rId6" Type="http://schemas.openxmlformats.org/officeDocument/2006/relationships/hyperlink" Target="https://youtu.be/yQWblzzzEDk" TargetMode="External"/><Relationship Id="rId5" Type="http://schemas.openxmlformats.org/officeDocument/2006/relationships/hyperlink" Target="https://krishisaathi.shashi.engineer" TargetMode="External"/><Relationship Id="rId4" Type="http://schemas.openxmlformats.org/officeDocument/2006/relationships/hyperlink" Target="https://github.com/smechello/KrishiSaathi-AI-Hackathon" TargetMode="External"/><Relationship Id="rId3" Type="http://schemas.openxmlformats.org/officeDocument/2006/relationships/image" Target="../media/image23.png"/><Relationship Id="rId2" Type="http://schemas.openxmlformats.org/officeDocument/2006/relationships/hyperlink" Target="github.com/smechello/KrishiSaathi-AI-Hackathon" TargetMode="Externa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lang="en-IN" alt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KrishiSaathi</a:t>
            </a:r>
            <a:endParaRPr lang="en-IN" altLang="en-GB"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540" y="4298315"/>
            <a:ext cx="8760460" cy="40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lang="en-IN" alt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US" altLang="en-US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[Professional Track] AI for Rural Innovation</a:t>
            </a:r>
            <a:r>
              <a:rPr lang="en-IN" altLang="en-US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US" altLang="en-US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&amp;</a:t>
            </a:r>
            <a:r>
              <a:rPr lang="en-IN" altLang="en-US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US" altLang="en-US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Sustainable Systems</a:t>
            </a:r>
            <a:r>
              <a:rPr lang="en-IN" alt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endParaRPr lang="en-IN" altLang="en-GB"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lang="en-IN" alt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Shashidhar Reddy Nalamari</a:t>
            </a:r>
            <a:endParaRPr lang="en-IN" altLang="en-GB"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710"/>
            <a:ext cx="9144000" cy="4718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752"/>
          <a:stretch>
            <a:fillRect/>
          </a:stretch>
        </p:blipFill>
        <p:spPr>
          <a:xfrm>
            <a:off x="0" y="377190"/>
            <a:ext cx="9144000" cy="4690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170"/>
            <a:ext cx="9144000" cy="47358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710"/>
            <a:ext cx="9144000" cy="4723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170"/>
            <a:ext cx="9144000" cy="47282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140"/>
            <a:ext cx="9144000" cy="47199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615"/>
            <a:ext cx="9144000" cy="4725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170"/>
            <a:ext cx="9144000" cy="47224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235"/>
            <a:ext cx="9144000" cy="47174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170"/>
            <a:ext cx="9144000" cy="47155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235"/>
            <a:ext cx="9144000" cy="47186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710"/>
            <a:ext cx="9144000" cy="472376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" y="1383665"/>
            <a:ext cx="2846705" cy="16217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775" y="1383665"/>
            <a:ext cx="2843530" cy="16211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7585" y="1383665"/>
            <a:ext cx="2839085" cy="16211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" y="3325495"/>
            <a:ext cx="2846070" cy="1552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2775" y="3325495"/>
            <a:ext cx="2843530" cy="15608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8220" y="3325495"/>
            <a:ext cx="2843530" cy="15532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968"/>
          <a:stretch>
            <a:fillRect/>
          </a:stretch>
        </p:blipFill>
        <p:spPr>
          <a:xfrm>
            <a:off x="0" y="392430"/>
            <a:ext cx="9144000" cy="46780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140"/>
            <a:ext cx="9144000" cy="46996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>
            <a:hlinkClick r:id="rId2" tooltip="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90"/>
            <a:ext cx="9144000" cy="4639310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3609975" y="3782060"/>
            <a:ext cx="842010" cy="240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rcRect b="79797"/>
          <a:stretch>
            <a:fillRect/>
          </a:stretch>
        </p:blipFill>
        <p:spPr>
          <a:xfrm>
            <a:off x="0" y="415290"/>
            <a:ext cx="9144000" cy="937260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3609975" y="3782060"/>
            <a:ext cx="842010" cy="240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67665" y="1779270"/>
            <a:ext cx="60579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GitHub: </a:t>
            </a:r>
            <a:r>
              <a:rPr lang="en-US">
                <a:hlinkClick r:id="rId4" tooltip="" action="ppaction://hlinkfile"/>
              </a:rPr>
              <a:t>github.com/smechello/KrishiSaathi-AI-Hackathon</a:t>
            </a:r>
            <a:endParaRPr lang="en-US" altLang="en-US">
              <a:hlinkClick r:id="rId2" tooltip="" action="ppaction://hlinkfile"/>
            </a:endParaRPr>
          </a:p>
          <a:p>
            <a:r>
              <a:rPr lang="en-US" altLang="en-US"/>
              <a:t>Prototype: </a:t>
            </a:r>
            <a:r>
              <a:rPr lang="en-US" altLang="en-US">
                <a:hlinkClick r:id="rId5" tooltip="" action="ppaction://hlinkfile"/>
              </a:rPr>
              <a:t>https://krishisaathi.shashi.engineer</a:t>
            </a:r>
            <a:endParaRPr lang="en-US" altLang="en-US">
              <a:hlinkClick r:id="rId5" tooltip="" action="ppaction://hlinkfile"/>
            </a:endParaRPr>
          </a:p>
          <a:p>
            <a:r>
              <a:rPr lang="en-US" altLang="en-US"/>
              <a:t>YouTube Video: </a:t>
            </a:r>
            <a:r>
              <a:rPr lang="en-US" altLang="en-US">
                <a:hlinkClick r:id="rId6" tooltip="" action="ppaction://hlinkfile"/>
              </a:rPr>
              <a:t>youtu.be/yQWblzzzEDk</a:t>
            </a:r>
            <a:endParaRPr lang="en-US" altLang="en-US">
              <a:hlinkClick r:id="rId6" tooltip="" action="ppaction://hlinkfile"/>
            </a:endParaRPr>
          </a:p>
          <a:p>
            <a:r>
              <a:rPr lang="en-US" altLang="en-US"/>
              <a:t>Docs: </a:t>
            </a:r>
            <a:r>
              <a:rPr lang="en-US" altLang="en-US">
                <a:sym typeface="+mn-ea"/>
                <a:hlinkClick r:id="rId7" tooltip="" action="ppaction://hlinkfile"/>
              </a:rPr>
              <a:t>https://docs.krishisaathi.shashi.engineer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WPS Presentation</Application>
  <PresentationFormat/>
  <Paragraphs>11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SimSun</vt:lpstr>
      <vt:lpstr>Wingdings</vt:lpstr>
      <vt:lpstr>Arial</vt:lpstr>
      <vt:lpstr>Manrope SemiBold</vt:lpstr>
      <vt:lpstr>Microsoft YaHei</vt:lpstr>
      <vt:lpstr>Arial Unicode MS</vt:lpstr>
      <vt:lpstr>Arial Black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Nalamari Shashidhar Reddy</cp:lastModifiedBy>
  <cp:revision>12</cp:revision>
  <dcterms:created xsi:type="dcterms:W3CDTF">2026-02-28T14:45:00Z</dcterms:created>
  <dcterms:modified xsi:type="dcterms:W3CDTF">2026-03-02T16:34:35Z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CF02FDF0DFB94376B54876D3B5FCB88B_12</vt:lpwstr>
  </property>
  <property fmtid="{D5CDD505-2E9C-101B-9397-08002B2CF9AE}" pid="3" name="KSOProductBuildVer">
    <vt:lpwstr>1033-12.2.0.23196</vt:lpwstr>
  </property>
</Properties>
</file>